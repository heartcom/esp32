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8" r:id="rId6"/>
    <p:sldId id="267" r:id="rId7"/>
    <p:sldId id="269" r:id="rId8"/>
    <p:sldId id="270" r:id="rId9"/>
    <p:sldId id="271" r:id="rId10"/>
    <p:sldId id="273" r:id="rId11"/>
    <p:sldId id="274" r:id="rId12"/>
    <p:sldId id="27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0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9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0BBC-979E-471E-A1A1-27BB3B2B1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11BD0C-CEE3-4F16-9393-5EB19C700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7C10BE-36DB-4B79-B2F3-DDEC4255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EE978-F50B-483A-BD2E-1F8D3226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02128A-4D1C-456E-9028-28D00E68C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56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5884F-480F-45AA-B717-D19A889F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8754FB-5281-4518-9646-7F9CB4CDB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50E18D-4286-4592-9CB0-CAA53C55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8AE6D5-3274-4060-ACFD-07CD513BF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24092A-6AF6-46DE-8E8D-F9F222B6E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67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26A4A-C8DE-4495-B8A0-31C6F3F6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E7C5D1-631A-4CA7-9C89-F8DC10C97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02E6E9-2499-4872-B0DF-0B593305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52AD36-B78C-45DE-8DB1-8163BECB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254DE-E73E-45F3-A3FD-B6D65205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14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E008E-7AD0-446C-873C-1AAEBE5C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7618E4-B189-4AD2-82AE-3BE9507E2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0B3DAA-040C-4B1A-AA84-80312A7C1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DB932-1E2A-4AA9-82C9-BB0D32BD4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02CDE8-6C21-4256-9212-B72958E6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C2EF9E-904F-41BF-BD6E-FA467461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90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D6907-1A75-42C6-808C-A09CFB4C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D835F7-1436-49AD-ADF6-C33D7D6F7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024AC-D4E1-43A5-8F4C-7879EED03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50D2A6-6991-49A9-8A6C-28936827F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2FE32F-CFA1-4EC4-8F6B-8F4AD5F15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932738-C1DC-4C0B-9B7D-91666FD0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379B8F-6168-47DA-8C09-86AD7AD4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BA300F-6336-43A9-B927-1D45939B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969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D97F7-111C-46C6-8598-678B7A722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E122AE-F433-4957-A694-15C3CAAA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1AA457-3E32-431C-AD47-F5B86828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194D9D-9B48-44DE-9315-FEDD6D51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158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7DE037-4C50-4BDA-BED0-97EE2F8B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FB656E6-CD1B-4B9C-B7F6-3EBD4EACD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5D7158-85B0-4EB6-9E13-8D2B51A7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0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21832-3D79-4224-8915-9F507220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01BD56-C28D-4D22-B695-BA7F3FBB3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0C6591-78F9-46A0-8867-DFF5AE12F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3280B8-AE34-4BFE-AC31-F09E55CE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5F0564-791A-4929-8BDC-298AF11C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B6DF46-5927-4FC7-AFA8-5283D4CA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225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A3010-A35B-4388-AC1A-E14D6C3A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014A5A-4950-47C6-B890-C7E38E17FE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C20E9A-7E65-4956-8721-879C6B2C1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04BF14-8C7A-4C28-9699-5FB3A628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261DE6-201A-4893-A9AC-68CE4302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2E2CD8-F2E2-4A48-BB11-37A59E5B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18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52729-3BBB-44BA-9A3D-2303BF8D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AF2B26-C83A-4FE2-BD1B-92BA051E4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B85EF1-940E-4A2C-9FB7-CFAA48B0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05EB6D-0024-48B0-A54D-0A6AFBDD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A319E6-8BDC-4222-9EAD-D2164A1C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95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754F94-5E0F-44E3-9E1E-28AD8D23D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1D9C8D-FA20-40D8-B906-0C5AF08DC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13232C-CAAC-480C-9B9D-52A40BB9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0941F2-2A72-4791-9D8C-634E8850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61ED03-AA66-44CD-BC70-90462607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20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6EA67C-AA85-4004-8588-A069AE47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9C7961-BAA4-4C7B-8A05-C9831226E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9D6EFE-2EF9-41BA-A6A9-C209CB7B7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E8C75-54C4-4C7D-BC35-797E0B944DAB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E81FE8-8EA8-4097-862E-517AC42F5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134120-198A-4D1E-BAC5-E8E7F7DDE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31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artcom/ESP3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pps.apple.com/us/app/esptouch/id1071176700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EspressifApp/EsptouchForAndroid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565089B-F8C5-47EE-A7E1-7CAAD0CBD537}"/>
              </a:ext>
            </a:extLst>
          </p:cNvPr>
          <p:cNvSpPr/>
          <p:nvPr/>
        </p:nvSpPr>
        <p:spPr>
          <a:xfrm>
            <a:off x="0" y="0"/>
            <a:ext cx="12192000" cy="27241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bg1">
                    <a:lumMod val="95000"/>
                  </a:schemeClr>
                </a:solidFill>
              </a:rPr>
              <a:t>Smart Config on ESP32</a:t>
            </a:r>
            <a:endParaRPr lang="ko-KR" altLang="en-US" sz="5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BECCC1-3BC6-4D53-B19E-30B3441C9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724150"/>
            <a:ext cx="12191999" cy="4133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F04FAB-00EA-591B-7AFD-554D3E2C4E12}"/>
              </a:ext>
            </a:extLst>
          </p:cNvPr>
          <p:cNvSpPr txBox="1"/>
          <p:nvPr/>
        </p:nvSpPr>
        <p:spPr>
          <a:xfrm>
            <a:off x="-3" y="6287588"/>
            <a:ext cx="5188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linkClick r:id="rId3"/>
              </a:rPr>
              <a:t>https://github.com/heartcom/ESP32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55839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565089B-F8C5-47EE-A7E1-7CAAD0CBD537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Smart Config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개념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5F625-6EF4-39D2-BC77-4A8E6C71CBEA}"/>
              </a:ext>
            </a:extLst>
          </p:cNvPr>
          <p:cNvSpPr txBox="1"/>
          <p:nvPr/>
        </p:nvSpPr>
        <p:spPr>
          <a:xfrm>
            <a:off x="148713" y="817376"/>
            <a:ext cx="11894574" cy="197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스마트폰 앱을 통해 </a:t>
            </a:r>
            <a:r>
              <a:rPr lang="en-US" altLang="ko-KR" dirty="0"/>
              <a:t>SSID</a:t>
            </a:r>
            <a:r>
              <a:rPr lang="ko-KR" altLang="en-US" dirty="0"/>
              <a:t>와 비밀번호를 </a:t>
            </a:r>
            <a:r>
              <a:rPr lang="ko-KR" altLang="en-US" dirty="0" err="1"/>
              <a:t>브로드캐스트하면</a:t>
            </a:r>
            <a:r>
              <a:rPr lang="en-US" altLang="ko-KR" dirty="0"/>
              <a:t>, </a:t>
            </a:r>
            <a:r>
              <a:rPr lang="en-US" altLang="ko-KR" b="1" dirty="0"/>
              <a:t>ESP32</a:t>
            </a:r>
            <a:r>
              <a:rPr lang="ko-KR" altLang="en-US" b="1" dirty="0"/>
              <a:t>가 이를 수신하여 </a:t>
            </a:r>
            <a:r>
              <a:rPr lang="en-US" altLang="ko-KR" b="1" dirty="0" err="1"/>
              <a:t>WiFi</a:t>
            </a:r>
            <a:r>
              <a:rPr lang="ko-KR" altLang="en-US" b="1" dirty="0"/>
              <a:t>에 자동 연결</a:t>
            </a:r>
            <a:r>
              <a:rPr lang="ko-KR" altLang="en-US" dirty="0"/>
              <a:t>하는 방식</a:t>
            </a:r>
            <a:endParaRPr lang="en-US" altLang="ko-KR" dirty="0"/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lvl="0" indent="354013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/>
              <a:t>App</a:t>
            </a:r>
            <a:r>
              <a:rPr lang="ko-KR" altLang="en-US" dirty="0"/>
              <a:t> 설치</a:t>
            </a:r>
            <a:br>
              <a:rPr lang="en-US" altLang="ko-KR" dirty="0"/>
            </a:br>
            <a:r>
              <a:rPr lang="en-US" altLang="ko-KR" dirty="0"/>
              <a:t>   - </a:t>
            </a:r>
            <a:r>
              <a:rPr lang="ko-KR" altLang="ko-KR" dirty="0" err="1">
                <a:latin typeface="Arial" panose="020B0604020202020204" pitchFamily="34" charset="0"/>
              </a:rPr>
              <a:t>Esptouch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dirty="0" err="1">
                <a:latin typeface="Arial" panose="020B0604020202020204" pitchFamily="34" charset="0"/>
              </a:rPr>
              <a:t>for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dirty="0" err="1">
                <a:latin typeface="Arial" panose="020B0604020202020204" pitchFamily="34" charset="0"/>
              </a:rPr>
              <a:t>Android</a:t>
            </a:r>
            <a:br>
              <a:rPr lang="en-US" altLang="ko-KR" dirty="0">
                <a:latin typeface="Arial" panose="020B0604020202020204" pitchFamily="34" charset="0"/>
              </a:rPr>
            </a:br>
            <a:r>
              <a:rPr lang="en-US" altLang="ko-KR" dirty="0">
                <a:latin typeface="Arial" panose="020B0604020202020204" pitchFamily="34" charset="0"/>
              </a:rPr>
              <a:t>    - 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dirty="0" err="1">
                <a:latin typeface="Arial" panose="020B0604020202020204" pitchFamily="34" charset="0"/>
                <a:hlinkClick r:id="rId2"/>
              </a:rPr>
              <a:t>Esptouch</a:t>
            </a:r>
            <a:r>
              <a:rPr lang="ko-KR" altLang="ko-KR" dirty="0">
                <a:latin typeface="Arial" panose="020B0604020202020204" pitchFamily="34" charset="0"/>
                <a:hlinkClick r:id="rId2"/>
              </a:rPr>
              <a:t> </a:t>
            </a:r>
            <a:r>
              <a:rPr lang="ko-KR" altLang="ko-KR" dirty="0" err="1">
                <a:latin typeface="Arial" panose="020B0604020202020204" pitchFamily="34" charset="0"/>
                <a:hlinkClick r:id="rId2"/>
              </a:rPr>
              <a:t>for</a:t>
            </a:r>
            <a:r>
              <a:rPr lang="ko-KR" altLang="ko-KR" dirty="0">
                <a:latin typeface="Arial" panose="020B0604020202020204" pitchFamily="34" charset="0"/>
                <a:hlinkClick r:id="rId2"/>
              </a:rPr>
              <a:t> iOS</a:t>
            </a:r>
            <a:endParaRPr lang="ko-KR" altLang="ko-KR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3D92FD-3AE7-2A44-5AE9-7313D130F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647" y="1800809"/>
            <a:ext cx="2953310" cy="49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7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565089B-F8C5-47EE-A7E1-7CAAD0CBD537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ESP32 Code.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3C6B1-FB54-655B-D999-57A7B4DF999F}"/>
              </a:ext>
            </a:extLst>
          </p:cNvPr>
          <p:cNvSpPr txBox="1"/>
          <p:nvPr/>
        </p:nvSpPr>
        <p:spPr>
          <a:xfrm>
            <a:off x="0" y="693816"/>
            <a:ext cx="6100916" cy="59702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#include &lt;</a:t>
            </a:r>
            <a:r>
              <a:rPr lang="en-US" altLang="ko-KR" sz="1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WiFi.h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  <a:buNone/>
            </a:pPr>
            <a:b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void setup() {</a:t>
            </a:r>
          </a:p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Serial.begin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delay(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endParaRPr lang="ko-KR" alt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  <a:buNone/>
            </a:pPr>
            <a:r>
              <a:rPr lang="ko-KR" alt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WiFi.mode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(WIFI_STA); </a:t>
            </a:r>
            <a:endParaRPr lang="ko-KR" alt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  <a:buNone/>
            </a:pPr>
            <a:r>
              <a:rPr lang="ko-KR" alt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Serial.println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"Waiting for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SmartConfig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..."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WiFi.beginSmartConfig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700"/>
              </a:lnSpc>
              <a:buNone/>
            </a:pPr>
            <a:b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SmartConfig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완료될 때까지 대기</a:t>
            </a:r>
          </a:p>
          <a:p>
            <a:pPr>
              <a:lnSpc>
                <a:spcPts val="1700"/>
              </a:lnSpc>
              <a:buNone/>
            </a:pPr>
            <a:r>
              <a:rPr lang="ko-KR" alt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WiFi.smartConfigDone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delay(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Serial.print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Serial.println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ko-KR" sz="14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SmartConfig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received."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연결 대기</a:t>
            </a:r>
          </a:p>
          <a:p>
            <a:pPr>
              <a:lnSpc>
                <a:spcPts val="1700"/>
              </a:lnSpc>
              <a:buNone/>
            </a:pPr>
            <a:r>
              <a:rPr lang="ko-KR" alt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WiFi.status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WL_CONNECTED) {</a:t>
            </a:r>
          </a:p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delay(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Serial.print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Serial.println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ko-KR" sz="14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Connected!"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Serial.print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"IP Address: 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Serial.println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WiFi.localIP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void loop() {</a:t>
            </a:r>
          </a:p>
          <a:p>
            <a:pPr>
              <a:lnSpc>
                <a:spcPts val="1700"/>
              </a:lnSpc>
              <a:buNone/>
            </a:pPr>
            <a:r>
              <a:rPr lang="en-US" altLang="ko-K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43CDFB-9C7D-53D3-811D-CEFD3185B2B7}"/>
              </a:ext>
            </a:extLst>
          </p:cNvPr>
          <p:cNvSpPr txBox="1"/>
          <p:nvPr/>
        </p:nvSpPr>
        <p:spPr>
          <a:xfrm flipH="1">
            <a:off x="6185261" y="1716833"/>
            <a:ext cx="570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3A0DFB"/>
                </a:solidFill>
              </a:rPr>
              <a:t>WIFI_STA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WiFi</a:t>
            </a:r>
            <a:r>
              <a:rPr lang="en-US" altLang="ko-KR" sz="1400" dirty="0"/>
              <a:t> </a:t>
            </a:r>
            <a:r>
              <a:rPr lang="ko-KR" altLang="en-US" sz="1400" dirty="0"/>
              <a:t>클라이언트 역할 설정</a:t>
            </a:r>
            <a:br>
              <a:rPr lang="en-US" altLang="ko-KR" sz="1400" dirty="0"/>
            </a:br>
            <a:r>
              <a:rPr lang="en-US" altLang="ko-KR" sz="1400" dirty="0"/>
              <a:t>              </a:t>
            </a:r>
            <a:r>
              <a:rPr lang="en-US" altLang="ko-KR" sz="1400" dirty="0" err="1"/>
              <a:t>WiFi</a:t>
            </a:r>
            <a:r>
              <a:rPr lang="en-US" altLang="ko-KR" sz="1400" dirty="0"/>
              <a:t> </a:t>
            </a:r>
            <a:r>
              <a:rPr lang="ko-KR" altLang="en-US" sz="1400" dirty="0"/>
              <a:t>라우터에 연결하여 서버와 통신</a:t>
            </a:r>
          </a:p>
        </p:txBody>
      </p:sp>
    </p:spTree>
    <p:extLst>
      <p:ext uri="{BB962C8B-B14F-4D97-AF65-F5344CB8AC3E}">
        <p14:creationId xmlns:p14="http://schemas.microsoft.com/office/powerpoint/2010/main" val="151652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B1C55-BB78-6694-0612-70092A25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57C51DD-DBB8-AEB6-6B2C-E7EA442DEB1B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App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실행 및 </a:t>
            </a:r>
            <a:r>
              <a:rPr lang="en-US" altLang="ko-KR" sz="2000" b="1" dirty="0" err="1">
                <a:solidFill>
                  <a:schemeClr val="bg1">
                    <a:lumMod val="95000"/>
                  </a:schemeClr>
                </a:solidFill>
                <a:latin typeface="+mn-ea"/>
              </a:rPr>
              <a:t>WiFi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정보 전송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40CF4-7348-1F1F-1AFA-AD76BA01FEAB}"/>
              </a:ext>
            </a:extLst>
          </p:cNvPr>
          <p:cNvSpPr txBox="1"/>
          <p:nvPr/>
        </p:nvSpPr>
        <p:spPr>
          <a:xfrm>
            <a:off x="298580" y="923731"/>
            <a:ext cx="6734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스마트폰과 </a:t>
            </a:r>
            <a:r>
              <a:rPr lang="en-US" altLang="ko-KR" dirty="0"/>
              <a:t>ESP32</a:t>
            </a:r>
            <a:r>
              <a:rPr lang="ko-KR" altLang="en-US" dirty="0"/>
              <a:t>는 동일한 </a:t>
            </a:r>
            <a:r>
              <a:rPr lang="en-US" altLang="ko-KR" dirty="0"/>
              <a:t>Wi-Fi </a:t>
            </a:r>
            <a:r>
              <a:rPr lang="ko-KR" altLang="en-US" dirty="0"/>
              <a:t>에 연결되어 있어야 한다</a:t>
            </a:r>
            <a:r>
              <a:rPr lang="en-US" altLang="ko-KR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스마트폰 데이터 </a:t>
            </a:r>
            <a:r>
              <a:rPr lang="en-US" altLang="ko-KR" dirty="0"/>
              <a:t>off, Wi-Fi </a:t>
            </a:r>
            <a:r>
              <a:rPr lang="ko-KR" altLang="en-US" dirty="0"/>
              <a:t>연결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845653-B526-774E-424F-C8480C669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63" y="1656450"/>
            <a:ext cx="3426306" cy="23578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1293121-A1E0-5E9A-DD63-3436180DE0B8}"/>
              </a:ext>
            </a:extLst>
          </p:cNvPr>
          <p:cNvSpPr/>
          <p:nvPr/>
        </p:nvSpPr>
        <p:spPr>
          <a:xfrm>
            <a:off x="679163" y="2208944"/>
            <a:ext cx="1057170" cy="380144"/>
          </a:xfrm>
          <a:prstGeom prst="roundRect">
            <a:avLst/>
          </a:prstGeom>
          <a:noFill/>
          <a:ln w="15875">
            <a:solidFill>
              <a:srgbClr val="3A0D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5832F77-C3A3-223E-78E9-0AB3B35CC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466" y="1656450"/>
            <a:ext cx="3558877" cy="3213501"/>
          </a:xfrm>
          <a:prstGeom prst="rect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1C20B31-37C4-512C-3EBC-D22C02053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444" y="1656450"/>
            <a:ext cx="3177465" cy="398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16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E8796-9A88-FB70-D6A0-B17519154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2BE96AE-C135-CE41-13BE-EF3D4A087C03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ESP32  Serial Monitor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C8C6253-5B98-C1BE-831D-46A360464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23" y="909854"/>
            <a:ext cx="6083833" cy="503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5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76096-579A-9EFF-4EBF-313AB2186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C0C2652-F2BD-FFDA-A310-06F455B02B23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Code </a:t>
            </a: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SSID, PWD</a:t>
            </a:r>
            <a:r>
              <a:rPr lang="ko-KR" altLang="en-US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가 저장되어 있고 </a:t>
            </a: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WiFi </a:t>
            </a:r>
            <a:r>
              <a:rPr lang="ko-KR" altLang="en-US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연결이 된다면 </a:t>
            </a: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SmartConfig Skip.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EF559-92DA-88C4-CDAB-1CFD0999BB64}"/>
              </a:ext>
            </a:extLst>
          </p:cNvPr>
          <p:cNvSpPr txBox="1"/>
          <p:nvPr/>
        </p:nvSpPr>
        <p:spPr>
          <a:xfrm>
            <a:off x="174659" y="656492"/>
            <a:ext cx="7993295" cy="598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ko-KR" altLang="en-US" sz="1400" dirty="0"/>
              <a:t>#include &lt;</a:t>
            </a:r>
            <a:r>
              <a:rPr lang="ko-KR" altLang="en-US" sz="1400" dirty="0" err="1"/>
              <a:t>WiFi.h</a:t>
            </a:r>
            <a:r>
              <a:rPr lang="ko-KR" altLang="en-US" sz="1400" dirty="0"/>
              <a:t>&gt;</a:t>
            </a:r>
          </a:p>
          <a:p>
            <a:pPr>
              <a:lnSpc>
                <a:spcPts val="2100"/>
              </a:lnSpc>
            </a:pPr>
            <a:endParaRPr lang="ko-KR" altLang="en-US" sz="1400" dirty="0"/>
          </a:p>
          <a:p>
            <a:pPr>
              <a:lnSpc>
                <a:spcPts val="2100"/>
              </a:lnSpc>
            </a:pPr>
            <a:r>
              <a:rPr lang="ko-KR" altLang="en-US" sz="1400" dirty="0"/>
              <a:t>void </a:t>
            </a:r>
            <a:r>
              <a:rPr lang="ko-KR" altLang="en-US" sz="1400" dirty="0" err="1"/>
              <a:t>setup</a:t>
            </a:r>
            <a:r>
              <a:rPr lang="ko-KR" altLang="en-US" sz="1400" dirty="0"/>
              <a:t>() {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Serial.begin</a:t>
            </a:r>
            <a:r>
              <a:rPr lang="ko-KR" altLang="en-US" sz="1400" dirty="0"/>
              <a:t>(115200);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delay</a:t>
            </a:r>
            <a:r>
              <a:rPr lang="ko-KR" altLang="en-US" sz="1400" dirty="0"/>
              <a:t>(1000);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WiFi.mode</a:t>
            </a:r>
            <a:r>
              <a:rPr lang="ko-KR" altLang="en-US" sz="1400" dirty="0"/>
              <a:t>(WIFI_STA);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WiFi.begin</a:t>
            </a:r>
            <a:r>
              <a:rPr lang="ko-KR" altLang="en-US" sz="1400" dirty="0"/>
              <a:t>(); // 저장된 SSID/</a:t>
            </a:r>
            <a:r>
              <a:rPr lang="ko-KR" altLang="en-US" sz="1400" dirty="0" err="1"/>
              <a:t>PW로</a:t>
            </a:r>
            <a:r>
              <a:rPr lang="ko-KR" altLang="en-US" sz="1400" dirty="0"/>
              <a:t> 연결 시도</a:t>
            </a:r>
            <a:endParaRPr lang="en-US" altLang="ko-KR" sz="1400" dirty="0"/>
          </a:p>
          <a:p>
            <a:pPr>
              <a:lnSpc>
                <a:spcPts val="2100"/>
              </a:lnSpc>
            </a:pPr>
            <a:endParaRPr lang="ko-KR" altLang="en-US" sz="1400" dirty="0"/>
          </a:p>
          <a:p>
            <a:pPr>
              <a:lnSpc>
                <a:spcPts val="2100"/>
              </a:lnSpc>
            </a:pPr>
            <a:r>
              <a:rPr lang="ko-KR" altLang="en-US" sz="1400" dirty="0"/>
              <a:t> </a:t>
            </a:r>
            <a:r>
              <a:rPr lang="ko-KR" altLang="en-US" sz="1400" dirty="0" err="1"/>
              <a:t>unsigned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long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startAttemptTime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millis</a:t>
            </a:r>
            <a:r>
              <a:rPr lang="ko-KR" altLang="en-US" sz="1400" dirty="0"/>
              <a:t>();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while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WiFi.status</a:t>
            </a:r>
            <a:r>
              <a:rPr lang="ko-KR" altLang="en-US" sz="1400" dirty="0"/>
              <a:t>() != WL_CONNECTED &amp;&amp; </a:t>
            </a:r>
            <a:r>
              <a:rPr lang="ko-KR" altLang="en-US" sz="1400" dirty="0" err="1"/>
              <a:t>millis</a:t>
            </a:r>
            <a:r>
              <a:rPr lang="ko-KR" altLang="en-US" sz="1400" dirty="0"/>
              <a:t>() - </a:t>
            </a:r>
            <a:r>
              <a:rPr lang="ko-KR" altLang="en-US" sz="1400" dirty="0" err="1"/>
              <a:t>startAttemptTime</a:t>
            </a:r>
            <a:r>
              <a:rPr lang="ko-KR" altLang="en-US" sz="1400" dirty="0"/>
              <a:t> &lt; 5000) {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  </a:t>
            </a:r>
            <a:r>
              <a:rPr lang="ko-KR" altLang="en-US" sz="1400" dirty="0" err="1"/>
              <a:t>delay</a:t>
            </a:r>
            <a:r>
              <a:rPr lang="ko-KR" altLang="en-US" sz="1400" dirty="0"/>
              <a:t>(500);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  </a:t>
            </a:r>
            <a:r>
              <a:rPr lang="ko-KR" altLang="en-US" sz="1400" dirty="0" err="1"/>
              <a:t>Serial.print</a:t>
            </a:r>
            <a:r>
              <a:rPr lang="ko-KR" altLang="en-US" sz="1400" dirty="0"/>
              <a:t>(".");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}</a:t>
            </a:r>
          </a:p>
          <a:p>
            <a:pPr>
              <a:lnSpc>
                <a:spcPts val="2100"/>
              </a:lnSpc>
            </a:pPr>
            <a:endParaRPr lang="ko-KR" altLang="en-US" sz="1400" dirty="0"/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if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WiFi.status</a:t>
            </a:r>
            <a:r>
              <a:rPr lang="ko-KR" altLang="en-US" sz="1400" dirty="0"/>
              <a:t>() == WL_CONNECTED) {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  </a:t>
            </a:r>
            <a:r>
              <a:rPr lang="ko-KR" altLang="en-US" sz="1400" dirty="0" err="1"/>
              <a:t>Serial.println</a:t>
            </a:r>
            <a:r>
              <a:rPr lang="ko-KR" altLang="en-US" sz="1400" dirty="0"/>
              <a:t>("\</a:t>
            </a:r>
            <a:r>
              <a:rPr lang="ko-KR" altLang="en-US" sz="1400" dirty="0" err="1"/>
              <a:t>nConnected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with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saved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WiFi</a:t>
            </a:r>
            <a:r>
              <a:rPr lang="ko-KR" altLang="en-US" sz="1400" dirty="0"/>
              <a:t>!");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  </a:t>
            </a:r>
            <a:r>
              <a:rPr lang="ko-KR" altLang="en-US" sz="1400" dirty="0" err="1"/>
              <a:t>Serial.print</a:t>
            </a:r>
            <a:r>
              <a:rPr lang="ko-KR" altLang="en-US" sz="1400" dirty="0"/>
              <a:t>("IP </a:t>
            </a:r>
            <a:r>
              <a:rPr lang="ko-KR" altLang="en-US" sz="1400" dirty="0" err="1"/>
              <a:t>Address</a:t>
            </a:r>
            <a:r>
              <a:rPr lang="ko-KR" altLang="en-US" sz="1400" dirty="0"/>
              <a:t>: ");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  </a:t>
            </a:r>
            <a:r>
              <a:rPr lang="ko-KR" altLang="en-US" sz="1400" dirty="0" err="1"/>
              <a:t>Serial.println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WiFi.localIP</a:t>
            </a:r>
            <a:r>
              <a:rPr lang="ko-KR" altLang="en-US" sz="1400" dirty="0"/>
              <a:t>());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 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}</a:t>
            </a:r>
          </a:p>
          <a:p>
            <a:pPr>
              <a:lnSpc>
                <a:spcPts val="2100"/>
              </a:lnSpc>
            </a:pPr>
            <a:endParaRPr lang="ko-KR" altLang="en-US" sz="1400" dirty="0"/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04936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438A7-5178-5D63-784D-CD5995253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80E1D6-5040-FA29-AB9E-9019D3A5348C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Code </a:t>
            </a: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SSID, PWD</a:t>
            </a:r>
            <a:r>
              <a:rPr lang="ko-KR" altLang="en-US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가 저장되어 있고 </a:t>
            </a: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WiFi </a:t>
            </a:r>
            <a:r>
              <a:rPr lang="ko-KR" altLang="en-US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연결이 된다면 </a:t>
            </a: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SmartConfig Skip.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38325-E7A6-38DA-8A89-554937FE1271}"/>
              </a:ext>
            </a:extLst>
          </p:cNvPr>
          <p:cNvSpPr txBox="1"/>
          <p:nvPr/>
        </p:nvSpPr>
        <p:spPr>
          <a:xfrm>
            <a:off x="184935" y="656492"/>
            <a:ext cx="6102848" cy="598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ko-KR" altLang="en-US" sz="1400" dirty="0"/>
              <a:t>// 5초 이내 연결 실패 → </a:t>
            </a:r>
            <a:r>
              <a:rPr lang="ko-KR" altLang="en-US" sz="1400" dirty="0" err="1"/>
              <a:t>SmartConfig</a:t>
            </a:r>
            <a:r>
              <a:rPr lang="ko-KR" altLang="en-US" sz="1400" dirty="0"/>
              <a:t> 시작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Serial.println</a:t>
            </a:r>
            <a:r>
              <a:rPr lang="ko-KR" altLang="en-US" sz="1400" dirty="0"/>
              <a:t>("\</a:t>
            </a:r>
            <a:r>
              <a:rPr lang="ko-KR" altLang="en-US" sz="1400" dirty="0" err="1"/>
              <a:t>nFailed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to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connect</a:t>
            </a:r>
            <a:r>
              <a:rPr lang="ko-KR" altLang="en-US" sz="1400" dirty="0"/>
              <a:t>. </a:t>
            </a:r>
            <a:r>
              <a:rPr lang="ko-KR" altLang="en-US" sz="1400" dirty="0" err="1"/>
              <a:t>Starting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SmartConfig</a:t>
            </a:r>
            <a:r>
              <a:rPr lang="ko-KR" altLang="en-US" sz="1400" dirty="0"/>
              <a:t>...");</a:t>
            </a:r>
          </a:p>
          <a:p>
            <a:pPr>
              <a:lnSpc>
                <a:spcPts val="2100"/>
              </a:lnSpc>
            </a:pPr>
            <a:endParaRPr lang="ko-KR" altLang="en-US" sz="1400" dirty="0"/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WiFi.beginSmartConfig</a:t>
            </a:r>
            <a:r>
              <a:rPr lang="ko-KR" altLang="en-US" sz="1400" dirty="0"/>
              <a:t>();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// </a:t>
            </a:r>
            <a:r>
              <a:rPr lang="ko-KR" altLang="en-US" sz="1400" dirty="0" err="1"/>
              <a:t>SmartConfig</a:t>
            </a:r>
            <a:r>
              <a:rPr lang="ko-KR" altLang="en-US" sz="1400" dirty="0"/>
              <a:t> 완료될 때까지 대기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while</a:t>
            </a:r>
            <a:r>
              <a:rPr lang="ko-KR" altLang="en-US" sz="1400" dirty="0"/>
              <a:t> (!</a:t>
            </a:r>
            <a:r>
              <a:rPr lang="ko-KR" altLang="en-US" sz="1400" dirty="0" err="1"/>
              <a:t>WiFi.smartConfigDone</a:t>
            </a:r>
            <a:r>
              <a:rPr lang="ko-KR" altLang="en-US" sz="1400" dirty="0"/>
              <a:t>()) {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  </a:t>
            </a:r>
            <a:r>
              <a:rPr lang="ko-KR" altLang="en-US" sz="1400" dirty="0" err="1"/>
              <a:t>delay</a:t>
            </a:r>
            <a:r>
              <a:rPr lang="ko-KR" altLang="en-US" sz="1400" dirty="0"/>
              <a:t>(500);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  </a:t>
            </a:r>
            <a:r>
              <a:rPr lang="ko-KR" altLang="en-US" sz="1400" dirty="0" err="1"/>
              <a:t>Serial.print</a:t>
            </a:r>
            <a:r>
              <a:rPr lang="ko-KR" altLang="en-US" sz="1400" dirty="0"/>
              <a:t>("*");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}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Serial.println</a:t>
            </a:r>
            <a:r>
              <a:rPr lang="ko-KR" altLang="en-US" sz="1400" dirty="0"/>
              <a:t>("\</a:t>
            </a:r>
            <a:r>
              <a:rPr lang="ko-KR" altLang="en-US" sz="1400" dirty="0" err="1"/>
              <a:t>nSmartConfig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received</a:t>
            </a:r>
            <a:r>
              <a:rPr lang="ko-KR" altLang="en-US" sz="1400" dirty="0"/>
              <a:t>.");</a:t>
            </a:r>
          </a:p>
          <a:p>
            <a:pPr>
              <a:lnSpc>
                <a:spcPts val="2100"/>
              </a:lnSpc>
            </a:pPr>
            <a:endParaRPr lang="ko-KR" altLang="en-US" sz="1400" dirty="0"/>
          </a:p>
          <a:p>
            <a:pPr>
              <a:lnSpc>
                <a:spcPts val="2100"/>
              </a:lnSpc>
            </a:pPr>
            <a:r>
              <a:rPr lang="ko-KR" altLang="en-US" sz="1400" dirty="0"/>
              <a:t>  // </a:t>
            </a:r>
            <a:r>
              <a:rPr lang="ko-KR" altLang="en-US" sz="1400" dirty="0" err="1"/>
              <a:t>WiFi</a:t>
            </a:r>
            <a:r>
              <a:rPr lang="ko-KR" altLang="en-US" sz="1400" dirty="0"/>
              <a:t> 연결 대기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while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WiFi.status</a:t>
            </a:r>
            <a:r>
              <a:rPr lang="ko-KR" altLang="en-US" sz="1400" dirty="0"/>
              <a:t>() != WL_CONNECTED) {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  </a:t>
            </a:r>
            <a:r>
              <a:rPr lang="ko-KR" altLang="en-US" sz="1400" dirty="0" err="1"/>
              <a:t>delay</a:t>
            </a:r>
            <a:r>
              <a:rPr lang="ko-KR" altLang="en-US" sz="1400" dirty="0"/>
              <a:t>(500);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  </a:t>
            </a:r>
            <a:r>
              <a:rPr lang="ko-KR" altLang="en-US" sz="1400" dirty="0" err="1"/>
              <a:t>Serial.print</a:t>
            </a:r>
            <a:r>
              <a:rPr lang="ko-KR" altLang="en-US" sz="1400" dirty="0"/>
              <a:t>("-");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}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Serial.println</a:t>
            </a:r>
            <a:r>
              <a:rPr lang="ko-KR" altLang="en-US" sz="1400" dirty="0"/>
              <a:t>("\</a:t>
            </a:r>
            <a:r>
              <a:rPr lang="ko-KR" altLang="en-US" sz="1400" dirty="0" err="1"/>
              <a:t>nWiFi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Connected</a:t>
            </a:r>
            <a:r>
              <a:rPr lang="ko-KR" altLang="en-US" sz="1400" dirty="0"/>
              <a:t>!");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Serial.print</a:t>
            </a:r>
            <a:r>
              <a:rPr lang="ko-KR" altLang="en-US" sz="1400" dirty="0"/>
              <a:t>("IP </a:t>
            </a:r>
            <a:r>
              <a:rPr lang="ko-KR" altLang="en-US" sz="1400" dirty="0" err="1"/>
              <a:t>Address</a:t>
            </a:r>
            <a:r>
              <a:rPr lang="ko-KR" altLang="en-US" sz="1400" dirty="0"/>
              <a:t>: ");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  </a:t>
            </a:r>
            <a:r>
              <a:rPr lang="ko-KR" altLang="en-US" sz="1400" dirty="0" err="1"/>
              <a:t>Serial.println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WiFi.localIP</a:t>
            </a:r>
            <a:r>
              <a:rPr lang="ko-KR" altLang="en-US" sz="1400" dirty="0"/>
              <a:t>());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}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void </a:t>
            </a:r>
            <a:r>
              <a:rPr lang="ko-KR" altLang="en-US" sz="1400" dirty="0" err="1"/>
              <a:t>loop</a:t>
            </a:r>
            <a:r>
              <a:rPr lang="ko-KR" altLang="en-US" sz="1400" dirty="0"/>
              <a:t>() {</a:t>
            </a:r>
          </a:p>
          <a:p>
            <a:pPr>
              <a:lnSpc>
                <a:spcPts val="2100"/>
              </a:lnSpc>
            </a:pPr>
            <a:r>
              <a:rPr lang="ko-KR" altLang="en-US" sz="1400" dirty="0"/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422598-934A-0717-10BC-59B615CC5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04650"/>
            <a:ext cx="5915082" cy="43407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60F5062-7C94-5F89-7C03-D52DB1DB808B}"/>
              </a:ext>
            </a:extLst>
          </p:cNvPr>
          <p:cNvSpPr/>
          <p:nvPr/>
        </p:nvSpPr>
        <p:spPr>
          <a:xfrm>
            <a:off x="5856270" y="5239820"/>
            <a:ext cx="3380197" cy="96168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57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A6D52-D081-BD36-8BB2-66A60049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0608AF-C8CC-C67C-536B-B86132EF1F2B}"/>
              </a:ext>
            </a:extLst>
          </p:cNvPr>
          <p:cNvSpPr/>
          <p:nvPr/>
        </p:nvSpPr>
        <p:spPr>
          <a:xfrm>
            <a:off x="0" y="-1"/>
            <a:ext cx="12192000" cy="255826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212" algn="ctr"/>
            <a:r>
              <a:rPr lang="en-US" altLang="ko-KR" sz="3200" b="1" dirty="0" err="1">
                <a:solidFill>
                  <a:schemeClr val="bg1">
                    <a:lumMod val="95000"/>
                  </a:schemeClr>
                </a:solidFill>
                <a:latin typeface="+mn-ea"/>
              </a:rPr>
              <a:t>SmartConfig</a:t>
            </a:r>
            <a:r>
              <a:rPr lang="ko-KR" altLang="en-US" sz="32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로 </a:t>
            </a:r>
            <a:r>
              <a:rPr lang="en-US" altLang="ko-KR" sz="3200" b="1" dirty="0" err="1">
                <a:solidFill>
                  <a:schemeClr val="bg1">
                    <a:lumMod val="95000"/>
                  </a:schemeClr>
                </a:solidFill>
                <a:latin typeface="+mn-ea"/>
              </a:rPr>
              <a:t>WiFi</a:t>
            </a:r>
            <a:r>
              <a:rPr lang="en-US" altLang="ko-KR" sz="32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 </a:t>
            </a:r>
            <a:r>
              <a:rPr lang="ko-KR" altLang="en-US" sz="32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연결이 잘 되었는지 테스트해보자</a:t>
            </a:r>
            <a:r>
              <a:rPr lang="en-US" altLang="ko-KR" sz="32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.</a:t>
            </a:r>
            <a:endParaRPr lang="ko-KR" altLang="en-US" sz="32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D9534F-C12E-C7F1-7218-730B4BCDEC88}"/>
              </a:ext>
            </a:extLst>
          </p:cNvPr>
          <p:cNvSpPr txBox="1"/>
          <p:nvPr/>
        </p:nvSpPr>
        <p:spPr>
          <a:xfrm>
            <a:off x="2321960" y="3385335"/>
            <a:ext cx="7311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초마다 서버로 </a:t>
            </a:r>
            <a:r>
              <a:rPr lang="en-US" altLang="ko-KR" dirty="0"/>
              <a:t>‘Sensor Data’ </a:t>
            </a:r>
            <a:r>
              <a:rPr lang="ko-KR" altLang="en-US" dirty="0"/>
              <a:t>문자열 전송 프로그램을 작성해보자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3835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1364-04BF-B8A9-FC1D-9F803F98E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9EDCB8B-A9D9-CC33-1B13-6E4814734120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Code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서버로 문자 전송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CC2B27-8E5B-E738-987B-F74BAB054BE9}"/>
              </a:ext>
            </a:extLst>
          </p:cNvPr>
          <p:cNvSpPr txBox="1"/>
          <p:nvPr/>
        </p:nvSpPr>
        <p:spPr>
          <a:xfrm>
            <a:off x="123289" y="811658"/>
            <a:ext cx="44614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3A0DFB"/>
                </a:solidFill>
              </a:rPr>
              <a:t>기존 코드에서 아래 내용 추가 </a:t>
            </a:r>
            <a:r>
              <a:rPr lang="en-US" altLang="ko-KR" sz="1600" b="1" dirty="0">
                <a:solidFill>
                  <a:srgbClr val="3A0DFB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b="1" dirty="0">
                <a:solidFill>
                  <a:srgbClr val="3A0DFB"/>
                </a:solidFill>
                <a:sym typeface="Wingdings" panose="05000000000000000000" pitchFamily="2" charset="2"/>
              </a:rPr>
              <a:t>전역 변수</a:t>
            </a:r>
            <a:endParaRPr lang="ko-KR" altLang="en-US" sz="1600" b="1" dirty="0">
              <a:solidFill>
                <a:srgbClr val="3A0DF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A4261-9980-798A-775E-05F4826555BE}"/>
              </a:ext>
            </a:extLst>
          </p:cNvPr>
          <p:cNvSpPr txBox="1"/>
          <p:nvPr/>
        </p:nvSpPr>
        <p:spPr>
          <a:xfrm>
            <a:off x="482886" y="1150212"/>
            <a:ext cx="610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const</a:t>
            </a:r>
            <a:r>
              <a:rPr lang="ko-KR" altLang="en-US" dirty="0"/>
              <a:t> </a:t>
            </a:r>
            <a:r>
              <a:rPr lang="ko-KR" altLang="en-US" dirty="0" err="1"/>
              <a:t>char</a:t>
            </a:r>
            <a:r>
              <a:rPr lang="ko-KR" altLang="en-US" dirty="0"/>
              <a:t>* </a:t>
            </a:r>
            <a:r>
              <a:rPr lang="ko-KR" altLang="en-US" dirty="0" err="1"/>
              <a:t>server_ip</a:t>
            </a:r>
            <a:r>
              <a:rPr lang="ko-KR" altLang="en-US" dirty="0"/>
              <a:t> = "172.30.1.6";     // 서버 IP 주소</a:t>
            </a:r>
          </a:p>
          <a:p>
            <a:r>
              <a:rPr lang="ko-KR" altLang="en-US" dirty="0" err="1"/>
              <a:t>const</a:t>
            </a:r>
            <a:r>
              <a:rPr lang="ko-KR" altLang="en-US" dirty="0"/>
              <a:t> uint16_t </a:t>
            </a:r>
            <a:r>
              <a:rPr lang="ko-KR" altLang="en-US" dirty="0" err="1"/>
              <a:t>server_port</a:t>
            </a:r>
            <a:r>
              <a:rPr lang="ko-KR" altLang="en-US" dirty="0"/>
              <a:t> = 5000;        // 서버 포트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00862-7A48-1EC8-7491-C9B42DB214C4}"/>
              </a:ext>
            </a:extLst>
          </p:cNvPr>
          <p:cNvSpPr txBox="1"/>
          <p:nvPr/>
        </p:nvSpPr>
        <p:spPr>
          <a:xfrm>
            <a:off x="308225" y="2333685"/>
            <a:ext cx="61028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void </a:t>
            </a:r>
            <a:r>
              <a:rPr lang="ko-KR" altLang="en-US" dirty="0" err="1"/>
              <a:t>loop</a:t>
            </a:r>
            <a:r>
              <a:rPr lang="ko-KR" altLang="en-US" dirty="0"/>
              <a:t>() {</a:t>
            </a:r>
          </a:p>
          <a:p>
            <a:r>
              <a:rPr lang="ko-KR" altLang="en-US" dirty="0"/>
              <a:t>   </a:t>
            </a:r>
            <a:r>
              <a:rPr lang="ko-KR" altLang="en-US" dirty="0" err="1"/>
              <a:t>WiFiClient</a:t>
            </a:r>
            <a:r>
              <a:rPr lang="ko-KR" altLang="en-US" dirty="0"/>
              <a:t> </a:t>
            </a:r>
            <a:r>
              <a:rPr lang="ko-KR" altLang="en-US" dirty="0" err="1"/>
              <a:t>client</a:t>
            </a:r>
            <a:r>
              <a:rPr lang="ko-KR" altLang="en-US" dirty="0"/>
              <a:t>;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ko-KR" altLang="en-US" dirty="0" err="1"/>
              <a:t>Serial.println</a:t>
            </a:r>
            <a:r>
              <a:rPr lang="ko-KR" altLang="en-US" dirty="0"/>
              <a:t>("</a:t>
            </a:r>
            <a:r>
              <a:rPr lang="ko-KR" altLang="en-US" dirty="0" err="1"/>
              <a:t>Connecting</a:t>
            </a:r>
            <a:r>
              <a:rPr lang="ko-KR" altLang="en-US" dirty="0"/>
              <a:t> </a:t>
            </a:r>
            <a:r>
              <a:rPr lang="ko-KR" altLang="en-US" dirty="0" err="1"/>
              <a:t>to</a:t>
            </a:r>
            <a:r>
              <a:rPr lang="ko-KR" altLang="en-US" dirty="0"/>
              <a:t> </a:t>
            </a:r>
            <a:r>
              <a:rPr lang="ko-KR" altLang="en-US" dirty="0" err="1"/>
              <a:t>server</a:t>
            </a:r>
            <a:r>
              <a:rPr lang="ko-KR" altLang="en-US" dirty="0"/>
              <a:t>...");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ko-KR" altLang="en-US" dirty="0" err="1"/>
              <a:t>if</a:t>
            </a:r>
            <a:r>
              <a:rPr lang="ko-KR" altLang="en-US" dirty="0"/>
              <a:t> (</a:t>
            </a:r>
            <a:r>
              <a:rPr lang="ko-KR" altLang="en-US" dirty="0" err="1"/>
              <a:t>client.connect</a:t>
            </a:r>
            <a:r>
              <a:rPr lang="ko-KR" altLang="en-US" dirty="0"/>
              <a:t>(</a:t>
            </a:r>
            <a:r>
              <a:rPr lang="ko-KR" altLang="en-US" dirty="0" err="1"/>
              <a:t>server_ip</a:t>
            </a:r>
            <a:r>
              <a:rPr lang="ko-KR" altLang="en-US" dirty="0"/>
              <a:t>, </a:t>
            </a:r>
            <a:r>
              <a:rPr lang="ko-KR" altLang="en-US" dirty="0" err="1"/>
              <a:t>server_port</a:t>
            </a:r>
            <a:r>
              <a:rPr lang="ko-KR" altLang="en-US" dirty="0"/>
              <a:t>)) {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Serial.println</a:t>
            </a:r>
            <a:r>
              <a:rPr lang="ko-KR" altLang="en-US" dirty="0"/>
              <a:t>("</a:t>
            </a:r>
            <a:r>
              <a:rPr lang="ko-KR" altLang="en-US" dirty="0" err="1"/>
              <a:t>Connected</a:t>
            </a:r>
            <a:r>
              <a:rPr lang="ko-KR" altLang="en-US" dirty="0"/>
              <a:t> </a:t>
            </a:r>
            <a:r>
              <a:rPr lang="ko-KR" altLang="en-US" dirty="0" err="1"/>
              <a:t>to</a:t>
            </a:r>
            <a:r>
              <a:rPr lang="ko-KR" altLang="en-US" dirty="0"/>
              <a:t> </a:t>
            </a:r>
            <a:r>
              <a:rPr lang="ko-KR" altLang="en-US" dirty="0" err="1"/>
              <a:t>server</a:t>
            </a:r>
            <a:r>
              <a:rPr lang="ko-KR" altLang="en-US" dirty="0"/>
              <a:t>");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client.println</a:t>
            </a:r>
            <a:r>
              <a:rPr lang="ko-KR" altLang="en-US" dirty="0"/>
              <a:t>("</a:t>
            </a:r>
            <a:r>
              <a:rPr lang="ko-KR" altLang="en-US" dirty="0" err="1"/>
              <a:t>Sensor</a:t>
            </a:r>
            <a:r>
              <a:rPr lang="ko-KR" altLang="en-US" dirty="0"/>
              <a:t> Data");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Serial.println</a:t>
            </a:r>
            <a:r>
              <a:rPr lang="ko-KR" altLang="en-US" dirty="0"/>
              <a:t>("</a:t>
            </a:r>
            <a:r>
              <a:rPr lang="ko-KR" altLang="en-US" dirty="0" err="1"/>
              <a:t>Sent</a:t>
            </a:r>
            <a:r>
              <a:rPr lang="ko-KR" altLang="en-US" dirty="0"/>
              <a:t>: </a:t>
            </a:r>
            <a:r>
              <a:rPr lang="ko-KR" altLang="en-US" dirty="0" err="1"/>
              <a:t>Sensor</a:t>
            </a:r>
            <a:r>
              <a:rPr lang="ko-KR" altLang="en-US" dirty="0"/>
              <a:t> Data");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client.stop</a:t>
            </a:r>
            <a:r>
              <a:rPr lang="ko-KR" altLang="en-US" dirty="0"/>
              <a:t>();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Serial.println</a:t>
            </a:r>
            <a:r>
              <a:rPr lang="ko-KR" altLang="en-US" dirty="0"/>
              <a:t>("</a:t>
            </a:r>
            <a:r>
              <a:rPr lang="ko-KR" altLang="en-US" dirty="0" err="1"/>
              <a:t>Disconnected</a:t>
            </a:r>
            <a:r>
              <a:rPr lang="ko-KR" altLang="en-US" dirty="0"/>
              <a:t> </a:t>
            </a:r>
            <a:r>
              <a:rPr lang="ko-KR" altLang="en-US" dirty="0" err="1"/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server</a:t>
            </a:r>
            <a:r>
              <a:rPr lang="ko-KR" altLang="en-US" dirty="0"/>
              <a:t>");</a:t>
            </a:r>
          </a:p>
          <a:p>
            <a:r>
              <a:rPr lang="ko-KR" altLang="en-US" dirty="0"/>
              <a:t>  } </a:t>
            </a:r>
            <a:r>
              <a:rPr lang="ko-KR" altLang="en-US" dirty="0" err="1"/>
              <a:t>else</a:t>
            </a:r>
            <a:r>
              <a:rPr lang="ko-KR" altLang="en-US" dirty="0"/>
              <a:t> {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Serial.println</a:t>
            </a:r>
            <a:r>
              <a:rPr lang="ko-KR" altLang="en-US" dirty="0"/>
              <a:t>("</a:t>
            </a:r>
            <a:r>
              <a:rPr lang="ko-KR" altLang="en-US" dirty="0" err="1"/>
              <a:t>Failed</a:t>
            </a:r>
            <a:r>
              <a:rPr lang="ko-KR" altLang="en-US" dirty="0"/>
              <a:t> </a:t>
            </a:r>
            <a:r>
              <a:rPr lang="ko-KR" altLang="en-US" dirty="0" err="1"/>
              <a:t>to</a:t>
            </a:r>
            <a:r>
              <a:rPr lang="ko-KR" altLang="en-US" dirty="0"/>
              <a:t> </a:t>
            </a:r>
            <a:r>
              <a:rPr lang="ko-KR" altLang="en-US" dirty="0" err="1"/>
              <a:t>connect</a:t>
            </a:r>
            <a:r>
              <a:rPr lang="ko-KR" altLang="en-US" dirty="0"/>
              <a:t> </a:t>
            </a:r>
            <a:r>
              <a:rPr lang="ko-KR" altLang="en-US" dirty="0" err="1"/>
              <a:t>to</a:t>
            </a:r>
            <a:r>
              <a:rPr lang="ko-KR" altLang="en-US" dirty="0"/>
              <a:t> </a:t>
            </a:r>
            <a:r>
              <a:rPr lang="ko-KR" altLang="en-US" dirty="0" err="1"/>
              <a:t>server</a:t>
            </a:r>
            <a:r>
              <a:rPr lang="ko-KR" altLang="en-US" dirty="0"/>
              <a:t>");</a:t>
            </a:r>
          </a:p>
          <a:p>
            <a:r>
              <a:rPr lang="ko-KR" altLang="en-US" dirty="0"/>
              <a:t>  }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delay</a:t>
            </a:r>
            <a:r>
              <a:rPr lang="ko-KR" altLang="en-US" dirty="0"/>
              <a:t>(1000); // 1초마다 반복</a:t>
            </a:r>
          </a:p>
          <a:p>
            <a:r>
              <a:rPr lang="ko-KR" alt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4E948-17DE-CD3D-D3C2-3CE05851DF20}"/>
              </a:ext>
            </a:extLst>
          </p:cNvPr>
          <p:cNvSpPr txBox="1"/>
          <p:nvPr/>
        </p:nvSpPr>
        <p:spPr>
          <a:xfrm>
            <a:off x="166878" y="2041118"/>
            <a:ext cx="23775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3A0DFB"/>
                </a:solidFill>
              </a:rPr>
              <a:t>1</a:t>
            </a:r>
            <a:r>
              <a:rPr lang="ko-KR" altLang="en-US" sz="1600" b="1" dirty="0">
                <a:solidFill>
                  <a:srgbClr val="3A0DFB"/>
                </a:solidFill>
              </a:rPr>
              <a:t>초마다 문자열 전송</a:t>
            </a:r>
          </a:p>
        </p:txBody>
      </p:sp>
    </p:spTree>
    <p:extLst>
      <p:ext uri="{BB962C8B-B14F-4D97-AF65-F5344CB8AC3E}">
        <p14:creationId xmlns:p14="http://schemas.microsoft.com/office/powerpoint/2010/main" val="1630314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B4C04-DDBC-8A76-3E4A-C4A3C6F0C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A6B6C00-B304-D695-C144-68B49781D253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Code </a:t>
            </a: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SSID, PWD</a:t>
            </a:r>
            <a:r>
              <a:rPr lang="ko-KR" altLang="en-US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가 저장되어 있고 </a:t>
            </a: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WiFi </a:t>
            </a:r>
            <a:r>
              <a:rPr lang="ko-KR" altLang="en-US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연결이 된다면 </a:t>
            </a:r>
            <a:r>
              <a:rPr lang="en-US" altLang="ko-KR" sz="2000" b="1">
                <a:solidFill>
                  <a:schemeClr val="bg1">
                    <a:lumMod val="95000"/>
                  </a:schemeClr>
                </a:solidFill>
                <a:latin typeface="+mn-ea"/>
              </a:rPr>
              <a:t>SmartConfig Skip.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C98ADD-F3E6-9E23-E758-07B13111D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72" y="1020139"/>
            <a:ext cx="6430272" cy="45916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16820A4-CDB1-8678-940B-0D910131D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97" y="1020139"/>
            <a:ext cx="4296375" cy="40677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61620D-9849-97F3-C957-157530B8547C}"/>
              </a:ext>
            </a:extLst>
          </p:cNvPr>
          <p:cNvSpPr txBox="1"/>
          <p:nvPr/>
        </p:nvSpPr>
        <p:spPr>
          <a:xfrm>
            <a:off x="773097" y="5167902"/>
            <a:ext cx="2310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포트 번호 </a:t>
            </a:r>
            <a:r>
              <a:rPr lang="en-US" altLang="ko-KR" dirty="0"/>
              <a:t>= 5000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35090D0-9D65-D728-BC40-C7DF224E1911}"/>
              </a:ext>
            </a:extLst>
          </p:cNvPr>
          <p:cNvSpPr/>
          <p:nvPr/>
        </p:nvSpPr>
        <p:spPr>
          <a:xfrm>
            <a:off x="3462391" y="1356189"/>
            <a:ext cx="1006867" cy="452063"/>
          </a:xfrm>
          <a:prstGeom prst="round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814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20ABC-CEAB-AB33-E753-4DA2E7C69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6D88013-A9EE-ECFA-0DEE-0B460D9D07CD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chemeClr val="bg1">
                    <a:lumMod val="95000"/>
                  </a:schemeClr>
                </a:solidFill>
                <a:latin typeface="+mn-ea"/>
              </a:rPr>
              <a:t>EspTouch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 SDK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로 자체 앱에 </a:t>
            </a:r>
            <a:r>
              <a:rPr lang="en-US" altLang="ko-KR" sz="2000" b="1" dirty="0" err="1">
                <a:solidFill>
                  <a:schemeClr val="bg1">
                    <a:lumMod val="95000"/>
                  </a:schemeClr>
                </a:solidFill>
                <a:latin typeface="+mn-ea"/>
              </a:rPr>
              <a:t>SmartConfig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기능을 추가할 수 있다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.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D6D151-A6E6-1E75-81DF-6546C36538EB}"/>
              </a:ext>
            </a:extLst>
          </p:cNvPr>
          <p:cNvSpPr txBox="1"/>
          <p:nvPr/>
        </p:nvSpPr>
        <p:spPr>
          <a:xfrm>
            <a:off x="277403" y="843555"/>
            <a:ext cx="610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"/>
              </a:rPr>
              <a:t>https://github.com/EspressifApp/EsptouchForAndroid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FE2E9AB-5776-8A37-657E-66218447A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31" y="1328031"/>
            <a:ext cx="6256209" cy="511081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11808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01E00-0D80-CE12-0523-3657ED78C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B408BCD-A81F-21AA-73BE-DBCFCD08398D}"/>
              </a:ext>
            </a:extLst>
          </p:cNvPr>
          <p:cNvSpPr/>
          <p:nvPr/>
        </p:nvSpPr>
        <p:spPr>
          <a:xfrm>
            <a:off x="10202238" y="6201508"/>
            <a:ext cx="1989762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212" algn="ctr"/>
            <a:r>
              <a:rPr lang="en-US" altLang="ko-KR" sz="36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END.</a:t>
            </a:r>
            <a:endParaRPr lang="ko-KR" altLang="en-US" sz="36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306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8314</TotalTime>
  <Words>726</Words>
  <Application>Microsoft Office PowerPoint</Application>
  <PresentationFormat>와이드스크린</PresentationFormat>
  <Paragraphs>106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Dev DW</dc:creator>
  <cp:lastModifiedBy>Dev DW</cp:lastModifiedBy>
  <cp:revision>405</cp:revision>
  <dcterms:created xsi:type="dcterms:W3CDTF">2024-12-18T06:51:20Z</dcterms:created>
  <dcterms:modified xsi:type="dcterms:W3CDTF">2025-06-27T15:23:38Z</dcterms:modified>
</cp:coreProperties>
</file>